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880411A-A1BF-6537-8509-2368D2D30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0" y="0"/>
            <a:ext cx="16383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3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Office PowerPoint</Application>
  <PresentationFormat>Personalizar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Helio Castro</cp:lastModifiedBy>
  <cp:revision>2</cp:revision>
  <dcterms:created xsi:type="dcterms:W3CDTF">2006-08-16T00:00:00Z</dcterms:created>
  <dcterms:modified xsi:type="dcterms:W3CDTF">2026-06-25T22:54:45Z</dcterms:modified>
</cp:coreProperties>
</file>